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9f4272d1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9f4272d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93fb52e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93fb52e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93fb52e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93fb52e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93fb52e3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93fb52e3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93fb52e3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93fb52e3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9f4272d1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9f4272d1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9f4272d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9f4272d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9f4272d1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9f4272d1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9f4272d1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9f4272d1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9f4272d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9f4272d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93fb52e3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93fb52e3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564225" y="627875"/>
            <a:ext cx="7968300" cy="3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45720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000000"/>
                </a:solidFill>
              </a:rPr>
              <a:t>Universidade Federal de Goiás - RC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000000"/>
                </a:solidFill>
              </a:rPr>
              <a:t>Professora: Dr.ª Liliane do Nascimento Vale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000000"/>
                </a:solidFill>
              </a:rPr>
              <a:t>Alunos: Ana Paula, Arthur,Larissa e Patrícia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000000"/>
                </a:solidFill>
              </a:rPr>
              <a:t>Disciplina: Tópicos 3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000000"/>
                </a:solidFill>
              </a:rPr>
              <a:t>Curso: Bacharelado em Ciências da computação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rgbClr val="000000"/>
                </a:solidFill>
              </a:rPr>
              <a:t>Catalão, 14 de dezembro de 2018.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926" y="1232200"/>
            <a:ext cx="1074349" cy="15338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234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solidFill>
                  <a:srgbClr val="000000"/>
                </a:solidFill>
              </a:rPr>
              <a:t>Sumário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526575" y="127975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 sz="1400"/>
              <a:t>Requisitos do sistema</a:t>
            </a:r>
            <a:endParaRPr sz="1400"/>
          </a:p>
          <a:p>
            <a:pPr indent="-3175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 sz="1400"/>
              <a:t>Funcional</a:t>
            </a:r>
            <a:endParaRPr sz="1400"/>
          </a:p>
          <a:p>
            <a:pPr indent="-317500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PT" sz="1400"/>
              <a:t>Não funcional</a:t>
            </a:r>
            <a:endParaRPr sz="1400"/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 sz="1400"/>
              <a:t>Rede de petri ordinária</a:t>
            </a:r>
            <a:endParaRPr sz="1400"/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 sz="1400"/>
              <a:t>Rede de petri orientada a objetos</a:t>
            </a:r>
            <a:endParaRPr sz="1400"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7370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</a:rPr>
              <a:t>Projeto: Sistema para cadastramento de quebra de requisitos online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Requisitos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As requisições devem ser l</a:t>
            </a:r>
            <a:r>
              <a:rPr lang="pt-PT">
                <a:latin typeface="Arial"/>
                <a:ea typeface="Arial"/>
                <a:cs typeface="Arial"/>
                <a:sym typeface="Arial"/>
              </a:rPr>
              <a:t>imitadas em datas para requisição;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O aluno deve ser capaz de abrir uma requisição pelo navegador em um link específico (</a:t>
            </a:r>
            <a:r>
              <a:rPr lang="pt-PT">
                <a:latin typeface="Arial"/>
                <a:ea typeface="Arial"/>
                <a:cs typeface="Arial"/>
                <a:sym typeface="Arial"/>
              </a:rPr>
              <a:t>subdomínio</a:t>
            </a:r>
            <a:r>
              <a:rPr lang="pt-PT">
                <a:latin typeface="Arial"/>
                <a:ea typeface="Arial"/>
                <a:cs typeface="Arial"/>
                <a:sym typeface="Arial"/>
              </a:rPr>
              <a:t> do site da faculdade);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O sistema deve recuperar os dados do aluno pelo número da matrícula;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O aluno deve fornecer algumas informações na requisição: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Disciplina, nome, email, justificativa e número da matrícula;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Deve ser possível o aluno acompanhar o processo por meio da plataforma;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pt-PT">
                <a:latin typeface="Arial"/>
                <a:ea typeface="Arial"/>
                <a:cs typeface="Arial"/>
                <a:sym typeface="Arial"/>
              </a:rPr>
              <a:t>O processo deve ser direcionado a um relator capacitado a opinar sobre a decisão;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 sz="1100"/>
              <a:t> 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Requisitos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 relator deve registrar sua opinião (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aprovação ou reprovação)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 em relação a requisição;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 processo é votado em reunião de departamento e cadastrado a decisão final no sistema;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Caso seja negado, o aluno mediante novo documentação pode pedir a continuidade do processo;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A decisão do departamento deve ser enviada ao relator;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Em caso de nova recorrência de requisição a um novo relator deve ser escolhido;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Um registro permanente do processo deve ser mantido com a decisão final;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PT" sz="1100"/>
              <a:t> 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Requisito não funcional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A instituição deve possuir um sistema online para acesso dos alunos.</a:t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783750" y="338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Rede de petri ordinária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175" y="1281025"/>
            <a:ext cx="7435656" cy="368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729450" y="553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Rede de petri orientada a objetos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810025" y="1313375"/>
            <a:ext cx="76887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PT"/>
              <a:t>Diagrama de classes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288" y="2018975"/>
            <a:ext cx="74961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</a:rPr>
              <a:t>Rede de petri orientada a objetos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625" y="147825"/>
            <a:ext cx="4113900" cy="484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</a:rPr>
              <a:t>Rede de petri orientada a objetos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700" y="221450"/>
            <a:ext cx="4276775" cy="47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</a:rPr>
              <a:t>Rede de petri orientada a objetos</a:t>
            </a:r>
            <a:endParaRPr sz="2400">
              <a:solidFill>
                <a:srgbClr val="000000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6125" y="284963"/>
            <a:ext cx="4045199" cy="4681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481050" y="18014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rgbClr val="000000"/>
                </a:solidFill>
              </a:rPr>
              <a:t>Obrigado!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